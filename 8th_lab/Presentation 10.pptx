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D7982-EAEB-09E0-9824-2FC371E64BB0}" v="22" dt="2025-11-19T07:07:29.953"/>
    <p1510:client id="{C53BF720-078E-D113-4F00-5D7D56696A5C}" v="16" dt="2025-11-18T16:58:29.175"/>
    <p1510:client id="{CF0F5C39-324C-0267-A5FB-A7EBDF5A7C10}" v="136" dt="2025-11-18T16:50:13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Yeskenov</a:t>
            </a:r>
            <a:r>
              <a:rPr lang="en-US" dirty="0"/>
              <a:t> Aldiyar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Wednesday, 15:00 – 16:00, 24B031763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D9AD-3D98-3EFE-791F-6F1E3F46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1. Create a view to show details of all flights that are departing on a specific date.</a:t>
            </a:r>
            <a:endParaRPr lang="en-US" sz="14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C679F8-FC37-7D27-0100-4247CE737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543" y="258489"/>
            <a:ext cx="10362157" cy="65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0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4362-C24C-A5E3-E51F-1CEA993D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49ACC-81C1-F57A-2526-6E93E2D1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2. Create a view that shows bookings for flights scheduled to depart within the next week.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7A3679-1D6F-5B7F-9ACB-D63CDCA6E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951" y="260213"/>
            <a:ext cx="10523661" cy="659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0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324C-F76E-95C7-3A6C-B1FEACB8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2693-580E-B432-809B-2B270771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3. Create a view to show the top 5 most popular flight routes based on the number of bookings.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75BBD6-053D-6355-756E-485DB2130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574" y="361983"/>
            <a:ext cx="10138397" cy="631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7C490-3C31-FC92-CE4B-7B1EA25A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7ACC-5746-E14B-BB8B-FD2CF05B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4. Create a view that lists all flights for a specific airline.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C41C25-F06D-37FB-B93A-E71B5394E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864" y="260212"/>
            <a:ext cx="10424270" cy="648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7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361F-D9F1-8F32-75FD-1A63AD858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5492-5A0E-56D6-D4B2-6B888E545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5. Modify the view created in task 4 to show only flights departing within the next 7 days for a specific airline.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9CD9BB-8763-D7B5-CCF4-D2320B1E9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257" y="330092"/>
            <a:ext cx="10297688" cy="646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77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46C77-678D-C038-5280-AF489BF6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AC692-5FFA-0DE7-69E1-B37C27EC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6. Create a view to show flights that are delayed by more than 24 hours.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B71D24-FFBF-FD0E-71CD-4F6128D69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668" y="243648"/>
            <a:ext cx="10150945" cy="636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3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AE5C-8BC6-5EE8-F9A8-38131690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DA6A-6F36-559C-8572-AD209042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329681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7. Create a view in which you can display the full name and country of origin of passengers who made bookings on Leffler-Thompson platform. Then show the list of that passengers.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EE20C7-AAFE-F926-1960-55971EBC0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533" y="431021"/>
            <a:ext cx="10268932" cy="64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24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274F-3395-04B3-D3F7-0693577B8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5913-7CDE-CB4A-951F-15844779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8. Create a view that shows top 10 most visited countries.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88B4BE-394E-2DB0-B7BA-D5FDFAF0D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494" y="399704"/>
            <a:ext cx="10327012" cy="645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18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D0AC8-D8A5-6D45-FCF3-4C5C819D8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0287-1E0D-B777-E26D-49CA0C27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ea typeface="+mj-lt"/>
                <a:cs typeface="+mj-lt"/>
              </a:rPr>
              <a:t>9. Update any of the created views by adding new information in the view table. Show results.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12C3EB-56A5-2CB0-87F3-FD9F900E7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306" y="256358"/>
            <a:ext cx="10228932" cy="640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87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DF8FE-A264-589C-F210-9C88E1250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8EE6-302B-9DB8-C896-CA8C1010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254236"/>
          </a:xfrm>
        </p:spPr>
        <p:txBody>
          <a:bodyPr>
            <a:normAutofit fontScale="90000"/>
          </a:bodyPr>
          <a:lstStyle/>
          <a:p>
            <a:r>
              <a:rPr lang="en-US" sz="1400">
                <a:ea typeface="+mj-lt"/>
                <a:cs typeface="+mj-lt"/>
              </a:rPr>
              <a:t>10. Drop all existing views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A7B793-D0D3-877A-516B-FC54E0C38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197" y="512873"/>
            <a:ext cx="9919605" cy="617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62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Yeskenov Aldiyar</vt:lpstr>
      <vt:lpstr>1. Create a view to show details of all flights that are departing on a specific date.</vt:lpstr>
      <vt:lpstr>2. Create a view that shows bookings for flights scheduled to depart within the next week.</vt:lpstr>
      <vt:lpstr>3. Create a view to show the top 5 most popular flight routes based on the number of bookings.</vt:lpstr>
      <vt:lpstr>4. Create a view that lists all flights for a specific airline.</vt:lpstr>
      <vt:lpstr>5. Modify the view created in task 4 to show only flights departing within the next 7 days for a specific airline.</vt:lpstr>
      <vt:lpstr>6. Create a view to show flights that are delayed by more than 24 hours.</vt:lpstr>
      <vt:lpstr>7. Create a view in which you can display the full name and country of origin of passengers who made bookings on Leffler-Thompson platform. Then show the list of that passengers.</vt:lpstr>
      <vt:lpstr>8. Create a view that shows top 10 most visited countries.</vt:lpstr>
      <vt:lpstr>9. Update any of the created views by adding new information in the view table. Show results.</vt:lpstr>
      <vt:lpstr>10. Drop all existing views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</cp:revision>
  <dcterms:created xsi:type="dcterms:W3CDTF">2025-11-18T15:19:17Z</dcterms:created>
  <dcterms:modified xsi:type="dcterms:W3CDTF">2025-11-19T07:07:43Z</dcterms:modified>
</cp:coreProperties>
</file>