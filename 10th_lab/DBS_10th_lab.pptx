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0D344F-8409-4A62-6066-074FDDD095C7}" v="190" dt="2025-12-02T13:54:3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Yeskenov</a:t>
            </a:r>
            <a:r>
              <a:rPr lang="en-US" dirty="0"/>
              <a:t> Aldiyar</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24B031763, Wednesday 15:00 to 16:00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56491-B6C2-93CE-5600-0229E90115E8}"/>
              </a:ext>
            </a:extLst>
          </p:cNvPr>
          <p:cNvSpPr>
            <a:spLocks noGrp="1"/>
          </p:cNvSpPr>
          <p:nvPr>
            <p:ph type="title"/>
          </p:nvPr>
        </p:nvSpPr>
        <p:spPr>
          <a:xfrm>
            <a:off x="1657" y="690"/>
            <a:ext cx="10515600" cy="257106"/>
          </a:xfrm>
        </p:spPr>
        <p:txBody>
          <a:bodyPr>
            <a:normAutofit/>
          </a:bodyPr>
          <a:lstStyle/>
          <a:p>
            <a:r>
              <a:rPr lang="en-US" sz="1200" dirty="0">
                <a:latin typeface="Calibri"/>
                <a:ea typeface="Calibri"/>
                <a:cs typeface="Times New Roman"/>
              </a:rPr>
              <a:t>1. Create a stored procedure to insert a new flight into the flights table.</a:t>
            </a:r>
            <a:endParaRPr lang="en-US" sz="1200">
              <a:latin typeface="Calibri"/>
              <a:ea typeface="Calibri"/>
              <a:cs typeface="Calibri"/>
            </a:endParaRPr>
          </a:p>
        </p:txBody>
      </p:sp>
      <p:pic>
        <p:nvPicPr>
          <p:cNvPr id="17" name="Content Placeholder 16">
            <a:extLst>
              <a:ext uri="{FF2B5EF4-FFF2-40B4-BE49-F238E27FC236}">
                <a16:creationId xmlns:a16="http://schemas.microsoft.com/office/drawing/2014/main" id="{03CDD719-5261-C6EE-8D73-03C8CBEF1A6D}"/>
              </a:ext>
            </a:extLst>
          </p:cNvPr>
          <p:cNvPicPr>
            <a:picLocks noGrp="1" noChangeAspect="1"/>
          </p:cNvPicPr>
          <p:nvPr>
            <p:ph idx="1"/>
          </p:nvPr>
        </p:nvPicPr>
        <p:blipFill>
          <a:blip r:embed="rId2"/>
          <a:stretch>
            <a:fillRect/>
          </a:stretch>
        </p:blipFill>
        <p:spPr>
          <a:xfrm>
            <a:off x="1119867" y="320917"/>
            <a:ext cx="9942621" cy="6212932"/>
          </a:xfrm>
          <a:prstGeom prst="rect">
            <a:avLst/>
          </a:prstGeom>
        </p:spPr>
      </p:pic>
    </p:spTree>
    <p:extLst>
      <p:ext uri="{BB962C8B-B14F-4D97-AF65-F5344CB8AC3E}">
        <p14:creationId xmlns:p14="http://schemas.microsoft.com/office/powerpoint/2010/main" val="271195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A314B-0684-DD7E-A5DD-D0FAF5C9D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2BDBF-A767-7D37-D9D2-3493E844123B}"/>
              </a:ext>
            </a:extLst>
          </p:cNvPr>
          <p:cNvSpPr>
            <a:spLocks noGrp="1"/>
          </p:cNvSpPr>
          <p:nvPr>
            <p:ph type="title"/>
          </p:nvPr>
        </p:nvSpPr>
        <p:spPr>
          <a:xfrm>
            <a:off x="1657" y="690"/>
            <a:ext cx="10515600" cy="257106"/>
          </a:xfrm>
        </p:spPr>
        <p:txBody>
          <a:bodyPr>
            <a:normAutofit/>
          </a:bodyPr>
          <a:lstStyle/>
          <a:p>
            <a:r>
              <a:rPr lang="en-US" sz="1200" dirty="0">
                <a:latin typeface="Calibri"/>
                <a:ea typeface="Calibri"/>
                <a:cs typeface="Calibri"/>
              </a:rPr>
              <a:t>2. Create a stored procedure to update the status of a flight.</a:t>
            </a:r>
            <a:endParaRPr lang="en-US" dirty="0"/>
          </a:p>
        </p:txBody>
      </p:sp>
      <p:pic>
        <p:nvPicPr>
          <p:cNvPr id="4" name="Content Placeholder 3">
            <a:extLst>
              <a:ext uri="{FF2B5EF4-FFF2-40B4-BE49-F238E27FC236}">
                <a16:creationId xmlns:a16="http://schemas.microsoft.com/office/drawing/2014/main" id="{807DE2B9-3984-39C7-189D-7CB0395E8B05}"/>
              </a:ext>
            </a:extLst>
          </p:cNvPr>
          <p:cNvPicPr>
            <a:picLocks noGrp="1" noChangeAspect="1"/>
          </p:cNvPicPr>
          <p:nvPr>
            <p:ph idx="1"/>
          </p:nvPr>
        </p:nvPicPr>
        <p:blipFill>
          <a:blip r:embed="rId2"/>
          <a:stretch>
            <a:fillRect/>
          </a:stretch>
        </p:blipFill>
        <p:spPr>
          <a:xfrm>
            <a:off x="888372" y="263043"/>
            <a:ext cx="10405608" cy="6492653"/>
          </a:xfrm>
          <a:prstGeom prst="rect">
            <a:avLst/>
          </a:prstGeom>
        </p:spPr>
      </p:pic>
    </p:spTree>
    <p:extLst>
      <p:ext uri="{BB962C8B-B14F-4D97-AF65-F5344CB8AC3E}">
        <p14:creationId xmlns:p14="http://schemas.microsoft.com/office/powerpoint/2010/main" val="63258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DC38-E90A-379B-C86F-4A25B2AEC79F}"/>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3. Create a stored procedure that returns a list of flights departing from a specific airport.</a:t>
            </a:r>
            <a:endParaRPr lang="en-US" sz="1200" dirty="0"/>
          </a:p>
        </p:txBody>
      </p:sp>
      <p:pic>
        <p:nvPicPr>
          <p:cNvPr id="4" name="Content Placeholder 3" descr="A screenshot of a computer&#10;&#10;AI-generated content may be incorrect.">
            <a:extLst>
              <a:ext uri="{FF2B5EF4-FFF2-40B4-BE49-F238E27FC236}">
                <a16:creationId xmlns:a16="http://schemas.microsoft.com/office/drawing/2014/main" id="{DCF8D44A-621F-FD6A-0BA2-73B3C2158518}"/>
              </a:ext>
            </a:extLst>
          </p:cNvPr>
          <p:cNvPicPr>
            <a:picLocks noGrp="1" noChangeAspect="1"/>
          </p:cNvPicPr>
          <p:nvPr>
            <p:ph idx="1"/>
          </p:nvPr>
        </p:nvPicPr>
        <p:blipFill>
          <a:blip r:embed="rId2"/>
          <a:stretch>
            <a:fillRect/>
          </a:stretch>
        </p:blipFill>
        <p:spPr>
          <a:xfrm>
            <a:off x="917309" y="311271"/>
            <a:ext cx="10347735" cy="6483007"/>
          </a:xfrm>
          <a:prstGeom prst="rect">
            <a:avLst/>
          </a:prstGeom>
        </p:spPr>
      </p:pic>
    </p:spTree>
    <p:extLst>
      <p:ext uri="{BB962C8B-B14F-4D97-AF65-F5344CB8AC3E}">
        <p14:creationId xmlns:p14="http://schemas.microsoft.com/office/powerpoint/2010/main" val="1948814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04736-D9E5-8F60-EAA4-FDCC92593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63E46-C1C8-EEC7-E4C7-D50DD9CB99C3}"/>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4. Create a function to calculate the average delay time of flights arriving at a specific airport.</a:t>
            </a:r>
            <a:endParaRPr lang="en-US" dirty="0">
              <a:latin typeface="Aptos Display"/>
            </a:endParaRPr>
          </a:p>
        </p:txBody>
      </p:sp>
      <p:pic>
        <p:nvPicPr>
          <p:cNvPr id="6" name="Content Placeholder 5">
            <a:extLst>
              <a:ext uri="{FF2B5EF4-FFF2-40B4-BE49-F238E27FC236}">
                <a16:creationId xmlns:a16="http://schemas.microsoft.com/office/drawing/2014/main" id="{CDC1535F-186F-45CB-2B8A-F46DC67DABFA}"/>
              </a:ext>
            </a:extLst>
          </p:cNvPr>
          <p:cNvPicPr>
            <a:picLocks noGrp="1" noChangeAspect="1"/>
          </p:cNvPicPr>
          <p:nvPr>
            <p:ph idx="1"/>
          </p:nvPr>
        </p:nvPicPr>
        <p:blipFill>
          <a:blip r:embed="rId2"/>
          <a:stretch>
            <a:fillRect/>
          </a:stretch>
        </p:blipFill>
        <p:spPr>
          <a:xfrm>
            <a:off x="840144" y="272688"/>
            <a:ext cx="10511710" cy="6589109"/>
          </a:xfrm>
          <a:prstGeom prst="rect">
            <a:avLst/>
          </a:prstGeom>
        </p:spPr>
      </p:pic>
    </p:spTree>
    <p:extLst>
      <p:ext uri="{BB962C8B-B14F-4D97-AF65-F5344CB8AC3E}">
        <p14:creationId xmlns:p14="http://schemas.microsoft.com/office/powerpoint/2010/main" val="3961621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23AAF-6FCE-48EF-A565-DA9F0AAFD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50D7E-B8A1-C5B9-2BF1-6FCD9EDC8742}"/>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5. Create a stored procedure that lists all passengers for a given flight number.</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14DE9A63-D485-D166-F6C3-DD01068F698A}"/>
              </a:ext>
            </a:extLst>
          </p:cNvPr>
          <p:cNvPicPr>
            <a:picLocks noGrp="1" noChangeAspect="1"/>
          </p:cNvPicPr>
          <p:nvPr>
            <p:ph idx="1"/>
          </p:nvPr>
        </p:nvPicPr>
        <p:blipFill>
          <a:blip r:embed="rId2"/>
          <a:stretch>
            <a:fillRect/>
          </a:stretch>
        </p:blipFill>
        <p:spPr>
          <a:xfrm>
            <a:off x="743689" y="214814"/>
            <a:ext cx="10694976" cy="6646982"/>
          </a:xfrm>
          <a:prstGeom prst="rect">
            <a:avLst/>
          </a:prstGeom>
        </p:spPr>
      </p:pic>
    </p:spTree>
    <p:extLst>
      <p:ext uri="{BB962C8B-B14F-4D97-AF65-F5344CB8AC3E}">
        <p14:creationId xmlns:p14="http://schemas.microsoft.com/office/powerpoint/2010/main" val="61479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9464B-E363-AC25-D65C-758633DB1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29BDA-A3F4-147A-0A42-EE9F864A6060}"/>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6. Create a stored procedure to find the passenger who has taken the greatest number of flights.</a:t>
            </a:r>
            <a:endParaRPr lang="en-US" dirty="0"/>
          </a:p>
        </p:txBody>
      </p:sp>
      <p:pic>
        <p:nvPicPr>
          <p:cNvPr id="5" name="Content Placeholder 4" descr="A screenshot of a computer&#10;&#10;AI-generated content may be incorrect.">
            <a:extLst>
              <a:ext uri="{FF2B5EF4-FFF2-40B4-BE49-F238E27FC236}">
                <a16:creationId xmlns:a16="http://schemas.microsoft.com/office/drawing/2014/main" id="{27FBEA86-1F12-CB5E-9D1B-2DFD84AA92DD}"/>
              </a:ext>
            </a:extLst>
          </p:cNvPr>
          <p:cNvPicPr>
            <a:picLocks noGrp="1" noChangeAspect="1"/>
          </p:cNvPicPr>
          <p:nvPr>
            <p:ph idx="1"/>
          </p:nvPr>
        </p:nvPicPr>
        <p:blipFill>
          <a:blip r:embed="rId2"/>
          <a:stretch>
            <a:fillRect/>
          </a:stretch>
        </p:blipFill>
        <p:spPr>
          <a:xfrm>
            <a:off x="743689" y="214814"/>
            <a:ext cx="10694976" cy="6646982"/>
          </a:xfrm>
          <a:prstGeom prst="rect">
            <a:avLst/>
          </a:prstGeom>
        </p:spPr>
      </p:pic>
    </p:spTree>
    <p:extLst>
      <p:ext uri="{BB962C8B-B14F-4D97-AF65-F5344CB8AC3E}">
        <p14:creationId xmlns:p14="http://schemas.microsoft.com/office/powerpoint/2010/main" val="2288948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67D8-A879-C741-52E0-29B2B6168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A7B85-5EA3-C1F5-A48E-6B22A2AEA32A}"/>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7. Create a stored procedure to find all flights that are delayed by more than 24 hours.</a:t>
            </a:r>
            <a:endParaRPr lang="en-US" dirty="0"/>
          </a:p>
        </p:txBody>
      </p:sp>
      <p:pic>
        <p:nvPicPr>
          <p:cNvPr id="6" name="Content Placeholder 5">
            <a:extLst>
              <a:ext uri="{FF2B5EF4-FFF2-40B4-BE49-F238E27FC236}">
                <a16:creationId xmlns:a16="http://schemas.microsoft.com/office/drawing/2014/main" id="{987963EC-DF0C-E3B4-5051-E8C98BD1D25B}"/>
              </a:ext>
            </a:extLst>
          </p:cNvPr>
          <p:cNvPicPr>
            <a:picLocks noGrp="1" noChangeAspect="1"/>
          </p:cNvPicPr>
          <p:nvPr>
            <p:ph idx="1"/>
          </p:nvPr>
        </p:nvPicPr>
        <p:blipFill>
          <a:blip r:embed="rId2"/>
          <a:stretch>
            <a:fillRect/>
          </a:stretch>
        </p:blipFill>
        <p:spPr>
          <a:xfrm>
            <a:off x="864329" y="295531"/>
            <a:ext cx="10457401" cy="6471686"/>
          </a:xfrm>
          <a:prstGeom prst="rect">
            <a:avLst/>
          </a:prstGeom>
        </p:spPr>
      </p:pic>
    </p:spTree>
    <p:extLst>
      <p:ext uri="{BB962C8B-B14F-4D97-AF65-F5344CB8AC3E}">
        <p14:creationId xmlns:p14="http://schemas.microsoft.com/office/powerpoint/2010/main" val="2506113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96AD0-854A-7605-A807-4322BB606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808A0-E175-8EA5-55CB-C7FDB9B4360C}"/>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8. Create a function that counts the number of flights for each airline.</a:t>
            </a:r>
            <a:endParaRPr lang="en-US" dirty="0"/>
          </a:p>
        </p:txBody>
      </p:sp>
      <p:pic>
        <p:nvPicPr>
          <p:cNvPr id="5" name="Content Placeholder 4">
            <a:extLst>
              <a:ext uri="{FF2B5EF4-FFF2-40B4-BE49-F238E27FC236}">
                <a16:creationId xmlns:a16="http://schemas.microsoft.com/office/drawing/2014/main" id="{A0F79E17-DECF-9552-2841-F092E2FCB781}"/>
              </a:ext>
            </a:extLst>
          </p:cNvPr>
          <p:cNvPicPr>
            <a:picLocks noGrp="1" noChangeAspect="1"/>
          </p:cNvPicPr>
          <p:nvPr>
            <p:ph idx="1"/>
          </p:nvPr>
        </p:nvPicPr>
        <p:blipFill>
          <a:blip r:embed="rId2"/>
          <a:stretch>
            <a:fillRect/>
          </a:stretch>
        </p:blipFill>
        <p:spPr>
          <a:xfrm>
            <a:off x="983256" y="293343"/>
            <a:ext cx="10382857" cy="6488249"/>
          </a:xfrm>
          <a:prstGeom prst="rect">
            <a:avLst/>
          </a:prstGeom>
        </p:spPr>
      </p:pic>
    </p:spTree>
    <p:extLst>
      <p:ext uri="{BB962C8B-B14F-4D97-AF65-F5344CB8AC3E}">
        <p14:creationId xmlns:p14="http://schemas.microsoft.com/office/powerpoint/2010/main" val="4033859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0F305-8D7B-DD79-0B11-F2FA6FFEC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53236-5683-75DD-6990-2EFCF2F3584C}"/>
              </a:ext>
            </a:extLst>
          </p:cNvPr>
          <p:cNvSpPr>
            <a:spLocks noGrp="1"/>
          </p:cNvSpPr>
          <p:nvPr>
            <p:ph type="title"/>
          </p:nvPr>
        </p:nvSpPr>
        <p:spPr>
          <a:xfrm>
            <a:off x="1657" y="690"/>
            <a:ext cx="10515600" cy="215693"/>
          </a:xfrm>
        </p:spPr>
        <p:txBody>
          <a:bodyPr>
            <a:normAutofit fontScale="90000"/>
          </a:bodyPr>
          <a:lstStyle/>
          <a:p>
            <a:r>
              <a:rPr lang="en-US" sz="1200" dirty="0">
                <a:latin typeface="Aptos Display"/>
                <a:cs typeface="Times New Roman"/>
              </a:rPr>
              <a:t>9. Create a stored procedure to calculate the average ticket price for a specific flight.</a:t>
            </a:r>
            <a:endParaRPr lang="en-US" dirty="0"/>
          </a:p>
        </p:txBody>
      </p:sp>
      <p:pic>
        <p:nvPicPr>
          <p:cNvPr id="6" name="Content Placeholder 5">
            <a:extLst>
              <a:ext uri="{FF2B5EF4-FFF2-40B4-BE49-F238E27FC236}">
                <a16:creationId xmlns:a16="http://schemas.microsoft.com/office/drawing/2014/main" id="{8EDCE56F-0346-AEFB-62F4-1E1C23AC22BB}"/>
              </a:ext>
            </a:extLst>
          </p:cNvPr>
          <p:cNvPicPr>
            <a:picLocks noGrp="1" noChangeAspect="1"/>
          </p:cNvPicPr>
          <p:nvPr>
            <p:ph idx="1"/>
          </p:nvPr>
        </p:nvPicPr>
        <p:blipFill>
          <a:blip r:embed="rId2"/>
          <a:stretch>
            <a:fillRect/>
          </a:stretch>
        </p:blipFill>
        <p:spPr>
          <a:xfrm>
            <a:off x="935658" y="372185"/>
            <a:ext cx="10330750" cy="6482169"/>
          </a:xfrm>
          <a:prstGeom prst="rect">
            <a:avLst/>
          </a:prstGeom>
        </p:spPr>
      </p:pic>
    </p:spTree>
    <p:extLst>
      <p:ext uri="{BB962C8B-B14F-4D97-AF65-F5344CB8AC3E}">
        <p14:creationId xmlns:p14="http://schemas.microsoft.com/office/powerpoint/2010/main" val="2647578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BEAF-7C79-3685-EB14-2257D3679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C6037-4983-8E60-8F6A-0800F2D4E014}"/>
              </a:ext>
            </a:extLst>
          </p:cNvPr>
          <p:cNvSpPr>
            <a:spLocks noGrp="1"/>
          </p:cNvSpPr>
          <p:nvPr>
            <p:ph type="title"/>
          </p:nvPr>
        </p:nvSpPr>
        <p:spPr>
          <a:xfrm>
            <a:off x="1657" y="690"/>
            <a:ext cx="10515600" cy="290236"/>
          </a:xfrm>
        </p:spPr>
        <p:txBody>
          <a:bodyPr>
            <a:normAutofit fontScale="90000"/>
          </a:bodyPr>
          <a:lstStyle/>
          <a:p>
            <a:r>
              <a:rPr lang="en-US" sz="1200" dirty="0">
                <a:latin typeface="Aptos Display"/>
                <a:cs typeface="Times New Roman"/>
              </a:rPr>
              <a:t>10. Create a stored procedure to find the flight with the highest ticket price. The procedure should return the flight number, the departure and arrival airports, and the ticket price for the most expensive flight.</a:t>
            </a:r>
            <a:endParaRPr lang="en-US" dirty="0"/>
          </a:p>
        </p:txBody>
      </p:sp>
      <p:pic>
        <p:nvPicPr>
          <p:cNvPr id="5" name="Content Placeholder 4">
            <a:extLst>
              <a:ext uri="{FF2B5EF4-FFF2-40B4-BE49-F238E27FC236}">
                <a16:creationId xmlns:a16="http://schemas.microsoft.com/office/drawing/2014/main" id="{A1A2A49E-CD44-6212-9B8F-917C487ED77C}"/>
              </a:ext>
            </a:extLst>
          </p:cNvPr>
          <p:cNvPicPr>
            <a:picLocks noGrp="1" noChangeAspect="1"/>
          </p:cNvPicPr>
          <p:nvPr>
            <p:ph idx="1"/>
          </p:nvPr>
        </p:nvPicPr>
        <p:blipFill>
          <a:blip r:embed="rId2"/>
          <a:stretch>
            <a:fillRect/>
          </a:stretch>
        </p:blipFill>
        <p:spPr>
          <a:xfrm>
            <a:off x="1013765" y="513827"/>
            <a:ext cx="10154824" cy="6347970"/>
          </a:xfrm>
          <a:prstGeom prst="rect">
            <a:avLst/>
          </a:prstGeom>
        </p:spPr>
      </p:pic>
    </p:spTree>
    <p:extLst>
      <p:ext uri="{BB962C8B-B14F-4D97-AF65-F5344CB8AC3E}">
        <p14:creationId xmlns:p14="http://schemas.microsoft.com/office/powerpoint/2010/main" val="4095076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Yeskenov Aldiyar</vt:lpstr>
      <vt:lpstr>1. Create a stored procedure to insert a new flight into the flights table.</vt:lpstr>
      <vt:lpstr>2. Create a stored procedure to update the status of a flight.</vt:lpstr>
      <vt:lpstr>3. Create a stored procedure that returns a list of flights departing from a specific airport.</vt:lpstr>
      <vt:lpstr>4. Create a function to calculate the average delay time of flights arriving at a specific airport.</vt:lpstr>
      <vt:lpstr>5. Create a stored procedure that lists all passengers for a given flight number.</vt:lpstr>
      <vt:lpstr>6. Create a stored procedure to find the passenger who has taken the greatest number of flights.</vt:lpstr>
      <vt:lpstr>7. Create a stored procedure to find all flights that are delayed by more than 24 hours.</vt:lpstr>
      <vt:lpstr>8. Create a function that counts the number of flights for each airline.</vt:lpstr>
      <vt:lpstr>9. Create a stored procedure to calculate the average ticket price for a specific flight.</vt:lpstr>
      <vt:lpstr>10. Create a stored procedure to find the flight with the highest ticket price. The procedure should return the flight number, the departure and arrival airports, and the ticket price for the most expensive flight.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80</cp:revision>
  <dcterms:created xsi:type="dcterms:W3CDTF">2025-12-02T13:27:35Z</dcterms:created>
  <dcterms:modified xsi:type="dcterms:W3CDTF">2025-12-02T13:54:51Z</dcterms:modified>
</cp:coreProperties>
</file>