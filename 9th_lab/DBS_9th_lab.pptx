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656AA9-47F2-1928-D753-90C30C6462FD}" v="263" dt="2025-11-26T08:25:19.775"/>
    <p1510:client id="{541FD628-8041-7BE6-3EEF-9AE6BAAE0AAE}" v="1" dt="2025-11-26T07:09:59.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Yeskenov</a:t>
            </a:r>
            <a:r>
              <a:rPr lang="en-US"/>
              <a:t> Aldiyar</a:t>
            </a:r>
          </a:p>
        </p:txBody>
      </p:sp>
      <p:sp>
        <p:nvSpPr>
          <p:cNvPr id="3" name="Subtitle 2"/>
          <p:cNvSpPr>
            <a:spLocks noGrp="1"/>
          </p:cNvSpPr>
          <p:nvPr>
            <p:ph type="subTitle" idx="1"/>
          </p:nvPr>
        </p:nvSpPr>
        <p:spPr/>
        <p:txBody>
          <a:bodyPr vert="horz" lIns="91440" tIns="45720" rIns="91440" bIns="45720" rtlCol="0" anchor="t">
            <a:normAutofit/>
          </a:bodyPr>
          <a:lstStyle/>
          <a:p>
            <a:r>
              <a:rPr lang="en-US"/>
              <a:t>24B031763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4BC4-BABB-E1D8-D981-921B1C92A2B5}"/>
              </a:ext>
            </a:extLst>
          </p:cNvPr>
          <p:cNvSpPr>
            <a:spLocks noGrp="1"/>
          </p:cNvSpPr>
          <p:nvPr>
            <p:ph type="title"/>
          </p:nvPr>
        </p:nvSpPr>
        <p:spPr>
          <a:xfrm>
            <a:off x="754" y="2986"/>
            <a:ext cx="10515600" cy="374950"/>
          </a:xfrm>
        </p:spPr>
        <p:txBody>
          <a:bodyPr vert="horz" lIns="91440" tIns="45720" rIns="91440" bIns="45720" rtlCol="0" anchor="ctr">
            <a:noAutofit/>
          </a:bodyPr>
          <a:lstStyle/>
          <a:p>
            <a:r>
              <a:rPr lang="en-US" sz="1100">
                <a:latin typeface="Aptos Display"/>
                <a:cs typeface="Times New Roman"/>
              </a:rPr>
              <a:t>1. A passenger cancels their booking. You need to remove the booking for the flight. Ensure the ‘booking’ table no longer contains the booking. Simulate an error to test rollback (for example, invalid </a:t>
            </a:r>
            <a:r>
              <a:rPr lang="en-US" sz="1100" err="1">
                <a:latin typeface="Aptos Display"/>
                <a:cs typeface="Times New Roman"/>
              </a:rPr>
              <a:t>booking_id</a:t>
            </a:r>
            <a:r>
              <a:rPr lang="en-US" sz="1100">
                <a:latin typeface="Aptos Display"/>
                <a:cs typeface="Times New Roman"/>
              </a:rPr>
              <a:t>).</a:t>
            </a:r>
            <a:endParaRPr lang="en-US" sz="1100"/>
          </a:p>
        </p:txBody>
      </p:sp>
      <p:pic>
        <p:nvPicPr>
          <p:cNvPr id="7" name="Content Placeholder 6" descr="A screenshot of a computer&#10;&#10;AI-generated content may be incorrect.">
            <a:extLst>
              <a:ext uri="{FF2B5EF4-FFF2-40B4-BE49-F238E27FC236}">
                <a16:creationId xmlns:a16="http://schemas.microsoft.com/office/drawing/2014/main" id="{9019EC4F-A7CD-E09A-525E-00663F54930B}"/>
              </a:ext>
            </a:extLst>
          </p:cNvPr>
          <p:cNvPicPr>
            <a:picLocks noGrp="1" noChangeAspect="1"/>
          </p:cNvPicPr>
          <p:nvPr>
            <p:ph idx="1"/>
          </p:nvPr>
        </p:nvPicPr>
        <p:blipFill>
          <a:blip r:embed="rId2"/>
          <a:stretch>
            <a:fillRect/>
          </a:stretch>
        </p:blipFill>
        <p:spPr>
          <a:xfrm>
            <a:off x="1155900" y="599000"/>
            <a:ext cx="9875103" cy="6174350"/>
          </a:xfrm>
          <a:prstGeom prst="rect">
            <a:avLst/>
          </a:prstGeom>
        </p:spPr>
      </p:pic>
    </p:spTree>
    <p:extLst>
      <p:ext uri="{BB962C8B-B14F-4D97-AF65-F5344CB8AC3E}">
        <p14:creationId xmlns:p14="http://schemas.microsoft.com/office/powerpoint/2010/main" val="2260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D4599-6315-7657-CB54-A387B76EB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88844-ABC2-78F4-D62F-24D853A4D5AD}"/>
              </a:ext>
            </a:extLst>
          </p:cNvPr>
          <p:cNvSpPr>
            <a:spLocks noGrp="1"/>
          </p:cNvSpPr>
          <p:nvPr>
            <p:ph type="title"/>
          </p:nvPr>
        </p:nvSpPr>
        <p:spPr>
          <a:xfrm>
            <a:off x="754" y="2986"/>
            <a:ext cx="10515600" cy="374950"/>
          </a:xfrm>
        </p:spPr>
        <p:txBody>
          <a:bodyPr vert="horz" lIns="91440" tIns="45720" rIns="91440" bIns="45720" rtlCol="0" anchor="ctr">
            <a:noAutofit/>
          </a:bodyPr>
          <a:lstStyle/>
          <a:p>
            <a:r>
              <a:rPr lang="en-US" sz="1100">
                <a:latin typeface="Aptos Display"/>
                <a:cs typeface="Times New Roman"/>
              </a:rPr>
              <a:t>1. A passenger cancels their booking. You need to remove the booking for the flight. Ensure the ‘booking’ table no longer contains the booking. Simulate an error to test rollback (for example, invalid </a:t>
            </a:r>
            <a:r>
              <a:rPr lang="en-US" sz="1100" err="1">
                <a:latin typeface="Aptos Display"/>
                <a:cs typeface="Times New Roman"/>
              </a:rPr>
              <a:t>booking_id</a:t>
            </a:r>
            <a:r>
              <a:rPr lang="en-US" sz="1100">
                <a:latin typeface="Aptos Display"/>
                <a:cs typeface="Times New Roman"/>
              </a:rPr>
              <a:t>). CONT.</a:t>
            </a:r>
            <a:endParaRPr lang="en-US" sz="1100"/>
          </a:p>
        </p:txBody>
      </p:sp>
      <p:pic>
        <p:nvPicPr>
          <p:cNvPr id="9" name="Content Placeholder 8" descr="A screenshot of a computer&#10;&#10;AI-generated content may be incorrect.">
            <a:extLst>
              <a:ext uri="{FF2B5EF4-FFF2-40B4-BE49-F238E27FC236}">
                <a16:creationId xmlns:a16="http://schemas.microsoft.com/office/drawing/2014/main" id="{73D389A2-9B55-D72F-1653-51D4CC329126}"/>
              </a:ext>
            </a:extLst>
          </p:cNvPr>
          <p:cNvPicPr>
            <a:picLocks noGrp="1" noChangeAspect="1"/>
          </p:cNvPicPr>
          <p:nvPr>
            <p:ph idx="1"/>
          </p:nvPr>
        </p:nvPicPr>
        <p:blipFill>
          <a:blip r:embed="rId2"/>
          <a:stretch>
            <a:fillRect/>
          </a:stretch>
        </p:blipFill>
        <p:spPr>
          <a:xfrm>
            <a:off x="1119865" y="484891"/>
            <a:ext cx="9942621" cy="6212932"/>
          </a:xfrm>
          <a:prstGeom prst="rect">
            <a:avLst/>
          </a:prstGeom>
        </p:spPr>
      </p:pic>
    </p:spTree>
    <p:extLst>
      <p:ext uri="{BB962C8B-B14F-4D97-AF65-F5344CB8AC3E}">
        <p14:creationId xmlns:p14="http://schemas.microsoft.com/office/powerpoint/2010/main" val="627382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D19A-499B-E6CB-4911-E626FE046BEF}"/>
              </a:ext>
            </a:extLst>
          </p:cNvPr>
          <p:cNvSpPr>
            <a:spLocks noGrp="1"/>
          </p:cNvSpPr>
          <p:nvPr>
            <p:ph type="title"/>
          </p:nvPr>
        </p:nvSpPr>
        <p:spPr>
          <a:xfrm>
            <a:off x="1657" y="689"/>
            <a:ext cx="10515600" cy="290237"/>
          </a:xfrm>
        </p:spPr>
        <p:txBody>
          <a:bodyPr vert="horz" lIns="91440" tIns="45720" rIns="91440" bIns="45720" rtlCol="0" anchor="ctr">
            <a:noAutofit/>
          </a:bodyPr>
          <a:lstStyle/>
          <a:p>
            <a:r>
              <a:rPr lang="en-US" sz="1100">
                <a:latin typeface="Aptos Display"/>
                <a:cs typeface="Times New Roman"/>
              </a:rPr>
              <a:t>2.1 Rescheduling a flight. You need to reschedule a flight. Verify the ‘flights’ table reflects the new departure time. Simulate an error to test rollback (for example, invalid </a:t>
            </a:r>
            <a:r>
              <a:rPr lang="en-US" sz="1100" err="1">
                <a:latin typeface="Aptos Display"/>
                <a:cs typeface="Times New Roman"/>
              </a:rPr>
              <a:t>flight_id</a:t>
            </a:r>
            <a:r>
              <a:rPr lang="en-US" sz="1100">
                <a:latin typeface="Aptos Display"/>
                <a:cs typeface="Times New Roman"/>
              </a:rPr>
              <a:t>).</a:t>
            </a:r>
            <a:endParaRPr lang="en-US" sz="1100"/>
          </a:p>
        </p:txBody>
      </p:sp>
      <p:pic>
        <p:nvPicPr>
          <p:cNvPr id="4" name="Content Placeholder 3" descr="A screenshot of a computer&#10;&#10;AI-generated content may be incorrect.">
            <a:extLst>
              <a:ext uri="{FF2B5EF4-FFF2-40B4-BE49-F238E27FC236}">
                <a16:creationId xmlns:a16="http://schemas.microsoft.com/office/drawing/2014/main" id="{F7F98E24-4070-AF82-2DB1-97BD254B0920}"/>
              </a:ext>
            </a:extLst>
          </p:cNvPr>
          <p:cNvPicPr>
            <a:picLocks noGrp="1" noChangeAspect="1"/>
          </p:cNvPicPr>
          <p:nvPr>
            <p:ph idx="1"/>
          </p:nvPr>
        </p:nvPicPr>
        <p:blipFill>
          <a:blip r:embed="rId2"/>
          <a:stretch>
            <a:fillRect/>
          </a:stretch>
        </p:blipFill>
        <p:spPr>
          <a:xfrm>
            <a:off x="933560" y="293343"/>
            <a:ext cx="10333162" cy="6463403"/>
          </a:xfrm>
          <a:prstGeom prst="rect">
            <a:avLst/>
          </a:prstGeom>
        </p:spPr>
      </p:pic>
    </p:spTree>
    <p:extLst>
      <p:ext uri="{BB962C8B-B14F-4D97-AF65-F5344CB8AC3E}">
        <p14:creationId xmlns:p14="http://schemas.microsoft.com/office/powerpoint/2010/main" val="262411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3843-1372-0214-F567-B9395F05C014}"/>
              </a:ext>
            </a:extLst>
          </p:cNvPr>
          <p:cNvSpPr>
            <a:spLocks noGrp="1"/>
          </p:cNvSpPr>
          <p:nvPr>
            <p:ph type="title"/>
          </p:nvPr>
        </p:nvSpPr>
        <p:spPr>
          <a:xfrm>
            <a:off x="1657" y="689"/>
            <a:ext cx="10515600" cy="265390"/>
          </a:xfrm>
        </p:spPr>
        <p:txBody>
          <a:bodyPr/>
          <a:lstStyle/>
          <a:p>
            <a:r>
              <a:rPr lang="en-US" sz="1100"/>
              <a:t>2.2 Rescheduling a flight. You need to reschedule a flight. Verify the ‘flights’ table reflects the new departure time. Simulate an error to test rollback (for example, invalid </a:t>
            </a:r>
            <a:r>
              <a:rPr lang="en-US" sz="1100" err="1"/>
              <a:t>flight_id</a:t>
            </a:r>
            <a:r>
              <a:rPr lang="en-US" sz="1100"/>
              <a:t>).</a:t>
            </a:r>
          </a:p>
        </p:txBody>
      </p:sp>
      <p:pic>
        <p:nvPicPr>
          <p:cNvPr id="4" name="Content Placeholder 3" descr="A screenshot of a computer&#10;&#10;AI-generated content may be incorrect.">
            <a:extLst>
              <a:ext uri="{FF2B5EF4-FFF2-40B4-BE49-F238E27FC236}">
                <a16:creationId xmlns:a16="http://schemas.microsoft.com/office/drawing/2014/main" id="{8B740A03-ED48-4854-5E52-71AEC9476BF6}"/>
              </a:ext>
            </a:extLst>
          </p:cNvPr>
          <p:cNvPicPr>
            <a:picLocks noGrp="1" noChangeAspect="1"/>
          </p:cNvPicPr>
          <p:nvPr>
            <p:ph idx="1"/>
          </p:nvPr>
        </p:nvPicPr>
        <p:blipFill>
          <a:blip r:embed="rId2"/>
          <a:stretch>
            <a:fillRect/>
          </a:stretch>
        </p:blipFill>
        <p:spPr>
          <a:xfrm>
            <a:off x="916993" y="268495"/>
            <a:ext cx="10358009" cy="6479968"/>
          </a:xfrm>
          <a:prstGeom prst="rect">
            <a:avLst/>
          </a:prstGeom>
        </p:spPr>
      </p:pic>
    </p:spTree>
    <p:extLst>
      <p:ext uri="{BB962C8B-B14F-4D97-AF65-F5344CB8AC3E}">
        <p14:creationId xmlns:p14="http://schemas.microsoft.com/office/powerpoint/2010/main" val="2332393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E559-CEB6-135F-B28D-6A7272B8294D}"/>
              </a:ext>
            </a:extLst>
          </p:cNvPr>
          <p:cNvSpPr>
            <a:spLocks noGrp="1"/>
          </p:cNvSpPr>
          <p:nvPr>
            <p:ph type="title"/>
          </p:nvPr>
        </p:nvSpPr>
        <p:spPr>
          <a:xfrm>
            <a:off x="1657" y="690"/>
            <a:ext cx="10515600" cy="257106"/>
          </a:xfrm>
        </p:spPr>
        <p:txBody>
          <a:bodyPr/>
          <a:lstStyle/>
          <a:p>
            <a:r>
              <a:rPr lang="en-US" sz="1100"/>
              <a:t>2.3 Rescheduling a flight. You need to reschedule a flight. Verify the ‘flights’ table reflects the new departure time. Simulate an error to test rollback (for example, invalid </a:t>
            </a:r>
            <a:r>
              <a:rPr lang="en-US" sz="1100" err="1"/>
              <a:t>flight_id</a:t>
            </a:r>
            <a:r>
              <a:rPr lang="en-US" sz="1100"/>
              <a:t>).</a:t>
            </a:r>
          </a:p>
        </p:txBody>
      </p:sp>
      <p:pic>
        <p:nvPicPr>
          <p:cNvPr id="4" name="Content Placeholder 3" descr="A screenshot of a computer&#10;&#10;AI-generated content may be incorrect.">
            <a:extLst>
              <a:ext uri="{FF2B5EF4-FFF2-40B4-BE49-F238E27FC236}">
                <a16:creationId xmlns:a16="http://schemas.microsoft.com/office/drawing/2014/main" id="{094DADC4-6887-CD83-637D-82834030591B}"/>
              </a:ext>
            </a:extLst>
          </p:cNvPr>
          <p:cNvPicPr>
            <a:picLocks noGrp="1" noChangeAspect="1"/>
          </p:cNvPicPr>
          <p:nvPr>
            <p:ph idx="1"/>
          </p:nvPr>
        </p:nvPicPr>
        <p:blipFill>
          <a:blip r:embed="rId2"/>
          <a:stretch>
            <a:fillRect/>
          </a:stretch>
        </p:blipFill>
        <p:spPr>
          <a:xfrm>
            <a:off x="994473" y="282334"/>
            <a:ext cx="10193407" cy="6290097"/>
          </a:xfrm>
          <a:prstGeom prst="rect">
            <a:avLst/>
          </a:prstGeom>
        </p:spPr>
      </p:pic>
    </p:spTree>
    <p:extLst>
      <p:ext uri="{BB962C8B-B14F-4D97-AF65-F5344CB8AC3E}">
        <p14:creationId xmlns:p14="http://schemas.microsoft.com/office/powerpoint/2010/main" val="333601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797E-8325-A2D0-808F-3DDCA8D0185C}"/>
              </a:ext>
            </a:extLst>
          </p:cNvPr>
          <p:cNvSpPr>
            <a:spLocks noGrp="1"/>
          </p:cNvSpPr>
          <p:nvPr>
            <p:ph type="title"/>
          </p:nvPr>
        </p:nvSpPr>
        <p:spPr>
          <a:xfrm>
            <a:off x="4313" y="5690"/>
            <a:ext cx="10515600" cy="261639"/>
          </a:xfrm>
        </p:spPr>
        <p:txBody>
          <a:bodyPr>
            <a:noAutofit/>
          </a:bodyPr>
          <a:lstStyle/>
          <a:p>
            <a:r>
              <a:rPr lang="en-US" sz="1100">
                <a:latin typeface="Aptos Display"/>
                <a:cs typeface="Times New Roman"/>
              </a:rPr>
              <a:t>3. Updating ticket prices. You need to decrease the ticket price for a specific flight for all existing bookings. If an error occurs, no changes should be applied.</a:t>
            </a:r>
            <a:endParaRPr lang="en-US" sz="1100"/>
          </a:p>
        </p:txBody>
      </p:sp>
      <p:pic>
        <p:nvPicPr>
          <p:cNvPr id="7" name="Content Placeholder 6" descr="A screenshot of a computer&#10;&#10;AI-generated content may be incorrect.">
            <a:extLst>
              <a:ext uri="{FF2B5EF4-FFF2-40B4-BE49-F238E27FC236}">
                <a16:creationId xmlns:a16="http://schemas.microsoft.com/office/drawing/2014/main" id="{E722C33E-0267-1087-2352-E70EB81395B5}"/>
              </a:ext>
            </a:extLst>
          </p:cNvPr>
          <p:cNvPicPr>
            <a:picLocks noGrp="1" noChangeAspect="1"/>
          </p:cNvPicPr>
          <p:nvPr>
            <p:ph idx="1"/>
          </p:nvPr>
        </p:nvPicPr>
        <p:blipFill>
          <a:blip r:embed="rId2"/>
          <a:stretch>
            <a:fillRect/>
          </a:stretch>
        </p:blipFill>
        <p:spPr>
          <a:xfrm>
            <a:off x="1082543" y="299319"/>
            <a:ext cx="10026076" cy="6262838"/>
          </a:xfrm>
          <a:prstGeom prst="rect">
            <a:avLst/>
          </a:prstGeom>
        </p:spPr>
      </p:pic>
    </p:spTree>
    <p:extLst>
      <p:ext uri="{BB962C8B-B14F-4D97-AF65-F5344CB8AC3E}">
        <p14:creationId xmlns:p14="http://schemas.microsoft.com/office/powerpoint/2010/main" val="805812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F25AE-E326-355E-D421-3CC063908ED6}"/>
              </a:ext>
            </a:extLst>
          </p:cNvPr>
          <p:cNvSpPr>
            <a:spLocks noGrp="1"/>
          </p:cNvSpPr>
          <p:nvPr>
            <p:ph type="title"/>
          </p:nvPr>
        </p:nvSpPr>
        <p:spPr>
          <a:xfrm>
            <a:off x="1657" y="690"/>
            <a:ext cx="10515600" cy="207410"/>
          </a:xfrm>
        </p:spPr>
        <p:txBody>
          <a:bodyPr>
            <a:normAutofit fontScale="90000"/>
          </a:bodyPr>
          <a:lstStyle/>
          <a:p>
            <a:r>
              <a:rPr lang="en-US" sz="1100" dirty="0">
                <a:latin typeface="Aptos Display"/>
                <a:cs typeface="Times New Roman"/>
              </a:rPr>
              <a:t>4. A passenger updates their details. Ensure the update is reflected across all associated records, including bookings.</a:t>
            </a:r>
            <a:endParaRPr lang="en-US" sz="1100" dirty="0"/>
          </a:p>
        </p:txBody>
      </p:sp>
      <p:pic>
        <p:nvPicPr>
          <p:cNvPr id="4" name="Content Placeholder 3" descr="A screenshot of a computer&#10;&#10;AI-generated content may be incorrect.">
            <a:extLst>
              <a:ext uri="{FF2B5EF4-FFF2-40B4-BE49-F238E27FC236}">
                <a16:creationId xmlns:a16="http://schemas.microsoft.com/office/drawing/2014/main" id="{BDB46FBD-0179-01BC-1EF2-310CCDE302C2}"/>
              </a:ext>
            </a:extLst>
          </p:cNvPr>
          <p:cNvPicPr>
            <a:picLocks noGrp="1" noChangeAspect="1"/>
          </p:cNvPicPr>
          <p:nvPr>
            <p:ph idx="1"/>
          </p:nvPr>
        </p:nvPicPr>
        <p:blipFill>
          <a:blip r:embed="rId2"/>
          <a:stretch>
            <a:fillRect/>
          </a:stretch>
        </p:blipFill>
        <p:spPr>
          <a:xfrm>
            <a:off x="950124" y="309908"/>
            <a:ext cx="10300031" cy="6438554"/>
          </a:xfrm>
          <a:prstGeom prst="rect">
            <a:avLst/>
          </a:prstGeom>
        </p:spPr>
      </p:pic>
    </p:spTree>
    <p:extLst>
      <p:ext uri="{BB962C8B-B14F-4D97-AF65-F5344CB8AC3E}">
        <p14:creationId xmlns:p14="http://schemas.microsoft.com/office/powerpoint/2010/main" val="99468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DF1A1-DE7A-ABDB-E78F-0AC004F91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46485-ED4F-E270-0DE1-7DE065D855B4}"/>
              </a:ext>
            </a:extLst>
          </p:cNvPr>
          <p:cNvSpPr>
            <a:spLocks noGrp="1"/>
          </p:cNvSpPr>
          <p:nvPr>
            <p:ph type="title"/>
          </p:nvPr>
        </p:nvSpPr>
        <p:spPr>
          <a:xfrm>
            <a:off x="1657" y="690"/>
            <a:ext cx="10515600" cy="207410"/>
          </a:xfrm>
        </p:spPr>
        <p:txBody>
          <a:bodyPr>
            <a:normAutofit fontScale="90000"/>
          </a:bodyPr>
          <a:lstStyle/>
          <a:p>
            <a:r>
              <a:rPr lang="en-US" sz="1100">
                <a:latin typeface="Aptos Display"/>
                <a:cs typeface="Times New Roman"/>
              </a:rPr>
              <a:t>5. A new passenger is registered, and a booking is created. Ensure the new passenger is added and the booking succeeds.</a:t>
            </a:r>
            <a:endParaRPr lang="en-US"/>
          </a:p>
        </p:txBody>
      </p:sp>
      <p:pic>
        <p:nvPicPr>
          <p:cNvPr id="6" name="Content Placeholder 5" descr="A screenshot of a computer program&#10;&#10;AI-generated content may be incorrect.">
            <a:extLst>
              <a:ext uri="{FF2B5EF4-FFF2-40B4-BE49-F238E27FC236}">
                <a16:creationId xmlns:a16="http://schemas.microsoft.com/office/drawing/2014/main" id="{37483C46-279A-1BB9-D388-E25B945CE470}"/>
              </a:ext>
            </a:extLst>
          </p:cNvPr>
          <p:cNvPicPr>
            <a:picLocks noGrp="1" noChangeAspect="1"/>
          </p:cNvPicPr>
          <p:nvPr>
            <p:ph idx="1"/>
          </p:nvPr>
        </p:nvPicPr>
        <p:blipFill>
          <a:blip r:embed="rId2"/>
          <a:stretch>
            <a:fillRect/>
          </a:stretch>
        </p:blipFill>
        <p:spPr>
          <a:xfrm>
            <a:off x="801562" y="214815"/>
            <a:ext cx="10579229" cy="6608401"/>
          </a:xfrm>
          <a:prstGeom prst="rect">
            <a:avLst/>
          </a:prstGeom>
        </p:spPr>
      </p:pic>
    </p:spTree>
    <p:extLst>
      <p:ext uri="{BB962C8B-B14F-4D97-AF65-F5344CB8AC3E}">
        <p14:creationId xmlns:p14="http://schemas.microsoft.com/office/powerpoint/2010/main" val="608518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1C4D-BE12-D51C-7F09-4B0D4934B074}"/>
              </a:ext>
            </a:extLst>
          </p:cNvPr>
          <p:cNvSpPr>
            <a:spLocks noGrp="1"/>
          </p:cNvSpPr>
          <p:nvPr>
            <p:ph type="title"/>
          </p:nvPr>
        </p:nvSpPr>
        <p:spPr>
          <a:xfrm>
            <a:off x="1657" y="690"/>
            <a:ext cx="10515600" cy="199128"/>
          </a:xfrm>
        </p:spPr>
        <p:txBody>
          <a:bodyPr>
            <a:normAutofit fontScale="90000"/>
          </a:bodyPr>
          <a:lstStyle/>
          <a:p>
            <a:r>
              <a:rPr lang="en-US" sz="1100" dirty="0">
                <a:latin typeface="Aptos Display"/>
                <a:cs typeface="Times New Roman"/>
              </a:rPr>
              <a:t>6. Increase the ticket price for all bookings on a specific flight by a fixed amount.</a:t>
            </a:r>
            <a:endParaRPr lang="en-US" sz="1100" dirty="0">
              <a:latin typeface="Aptos Display"/>
            </a:endParaRPr>
          </a:p>
        </p:txBody>
      </p:sp>
      <p:pic>
        <p:nvPicPr>
          <p:cNvPr id="4" name="Content Placeholder 3" descr="A screenshot of a computer&#10;&#10;AI-generated content may be incorrect.">
            <a:extLst>
              <a:ext uri="{FF2B5EF4-FFF2-40B4-BE49-F238E27FC236}">
                <a16:creationId xmlns:a16="http://schemas.microsoft.com/office/drawing/2014/main" id="{B8B9165A-F2E9-7046-FB5D-DA3915AD14C9}"/>
              </a:ext>
            </a:extLst>
          </p:cNvPr>
          <p:cNvPicPr>
            <a:picLocks noGrp="1" noChangeAspect="1"/>
          </p:cNvPicPr>
          <p:nvPr>
            <p:ph idx="1"/>
          </p:nvPr>
        </p:nvPicPr>
        <p:blipFill>
          <a:blip r:embed="rId2"/>
          <a:stretch>
            <a:fillRect/>
          </a:stretch>
        </p:blipFill>
        <p:spPr>
          <a:xfrm>
            <a:off x="867299" y="309908"/>
            <a:ext cx="10457401" cy="6546229"/>
          </a:xfrm>
          <a:prstGeom prst="rect">
            <a:avLst/>
          </a:prstGeom>
        </p:spPr>
      </p:pic>
    </p:spTree>
    <p:extLst>
      <p:ext uri="{BB962C8B-B14F-4D97-AF65-F5344CB8AC3E}">
        <p14:creationId xmlns:p14="http://schemas.microsoft.com/office/powerpoint/2010/main" val="1430689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85335-1CD0-CC2A-B0FA-041A3BB38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7414B-4EBF-68C4-7933-DBBE00AEF732}"/>
              </a:ext>
            </a:extLst>
          </p:cNvPr>
          <p:cNvSpPr>
            <a:spLocks noGrp="1"/>
          </p:cNvSpPr>
          <p:nvPr>
            <p:ph type="title"/>
          </p:nvPr>
        </p:nvSpPr>
        <p:spPr>
          <a:xfrm>
            <a:off x="1657" y="690"/>
            <a:ext cx="10515600" cy="199128"/>
          </a:xfrm>
        </p:spPr>
        <p:txBody>
          <a:bodyPr>
            <a:normAutofit fontScale="90000"/>
          </a:bodyPr>
          <a:lstStyle/>
          <a:p>
            <a:r>
              <a:rPr lang="en-US" sz="1100" dirty="0">
                <a:latin typeface="Aptos Display"/>
                <a:cs typeface="Times New Roman"/>
              </a:rPr>
              <a:t>7. Update a baggage weight. A passenger updates the declared weight of their baggage. Ensure that the change is correctly reflected in the database.</a:t>
            </a:r>
            <a:endParaRPr lang="en-US" dirty="0"/>
          </a:p>
        </p:txBody>
      </p:sp>
      <p:pic>
        <p:nvPicPr>
          <p:cNvPr id="3" name="Picture 2" descr="A screenshot of a computer&#10;&#10;AI-generated content may be incorrect.">
            <a:extLst>
              <a:ext uri="{FF2B5EF4-FFF2-40B4-BE49-F238E27FC236}">
                <a16:creationId xmlns:a16="http://schemas.microsoft.com/office/drawing/2014/main" id="{9CBF79A5-1819-82FF-FC7F-6D054FD560EB}"/>
              </a:ext>
            </a:extLst>
          </p:cNvPr>
          <p:cNvPicPr>
            <a:picLocks noChangeAspect="1"/>
          </p:cNvPicPr>
          <p:nvPr/>
        </p:nvPicPr>
        <p:blipFill>
          <a:blip r:embed="rId2"/>
          <a:stretch>
            <a:fillRect/>
          </a:stretch>
        </p:blipFill>
        <p:spPr>
          <a:xfrm>
            <a:off x="899492" y="356152"/>
            <a:ext cx="10401300" cy="6501848"/>
          </a:xfrm>
          <a:prstGeom prst="rect">
            <a:avLst/>
          </a:prstGeom>
        </p:spPr>
      </p:pic>
    </p:spTree>
    <p:extLst>
      <p:ext uri="{BB962C8B-B14F-4D97-AF65-F5344CB8AC3E}">
        <p14:creationId xmlns:p14="http://schemas.microsoft.com/office/powerpoint/2010/main" val="421147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F03D0-1DC4-2C01-457E-FEAFAF5DE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99FB7-1405-DF11-CA24-4563FA825CDB}"/>
              </a:ext>
            </a:extLst>
          </p:cNvPr>
          <p:cNvSpPr>
            <a:spLocks noGrp="1"/>
          </p:cNvSpPr>
          <p:nvPr>
            <p:ph type="title"/>
          </p:nvPr>
        </p:nvSpPr>
        <p:spPr>
          <a:xfrm>
            <a:off x="1657" y="690"/>
            <a:ext cx="10515600" cy="199128"/>
          </a:xfrm>
        </p:spPr>
        <p:txBody>
          <a:bodyPr>
            <a:normAutofit fontScale="90000"/>
          </a:bodyPr>
          <a:lstStyle/>
          <a:p>
            <a:r>
              <a:rPr lang="en-US" sz="1100" dirty="0">
                <a:latin typeface="Aptos Display"/>
                <a:cs typeface="Times New Roman"/>
              </a:rPr>
              <a:t>8. Apply a discount to a booking for a specific passenger. If any error occurs, roll back.</a:t>
            </a:r>
            <a:endParaRPr lang="en-US" dirty="0"/>
          </a:p>
        </p:txBody>
      </p:sp>
      <p:pic>
        <p:nvPicPr>
          <p:cNvPr id="3" name="Picture 2" descr="A screenshot of a computer&#10;&#10;AI-generated content may be incorrect.">
            <a:extLst>
              <a:ext uri="{FF2B5EF4-FFF2-40B4-BE49-F238E27FC236}">
                <a16:creationId xmlns:a16="http://schemas.microsoft.com/office/drawing/2014/main" id="{C08BF440-47DF-BDE1-CBC7-4AE30CDCDE73}"/>
              </a:ext>
            </a:extLst>
          </p:cNvPr>
          <p:cNvPicPr>
            <a:picLocks noChangeAspect="1"/>
          </p:cNvPicPr>
          <p:nvPr/>
        </p:nvPicPr>
        <p:blipFill>
          <a:blip r:embed="rId2"/>
          <a:stretch>
            <a:fillRect/>
          </a:stretch>
        </p:blipFill>
        <p:spPr>
          <a:xfrm>
            <a:off x="899492" y="356152"/>
            <a:ext cx="10401300" cy="6501848"/>
          </a:xfrm>
          <a:prstGeom prst="rect">
            <a:avLst/>
          </a:prstGeom>
        </p:spPr>
      </p:pic>
    </p:spTree>
    <p:extLst>
      <p:ext uri="{BB962C8B-B14F-4D97-AF65-F5344CB8AC3E}">
        <p14:creationId xmlns:p14="http://schemas.microsoft.com/office/powerpoint/2010/main" val="3354072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1FDE7-8289-20F7-6B25-EAA195DA5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45F67-7999-986F-E185-009CC556BA24}"/>
              </a:ext>
            </a:extLst>
          </p:cNvPr>
          <p:cNvSpPr>
            <a:spLocks noGrp="1"/>
          </p:cNvSpPr>
          <p:nvPr>
            <p:ph type="title"/>
          </p:nvPr>
        </p:nvSpPr>
        <p:spPr>
          <a:xfrm>
            <a:off x="1657" y="690"/>
            <a:ext cx="10515600" cy="199128"/>
          </a:xfrm>
        </p:spPr>
        <p:txBody>
          <a:bodyPr>
            <a:normAutofit fontScale="90000"/>
          </a:bodyPr>
          <a:lstStyle/>
          <a:p>
            <a:r>
              <a:rPr lang="en-US" sz="1100" dirty="0">
                <a:latin typeface="Aptos Display"/>
                <a:cs typeface="Times New Roman"/>
              </a:rPr>
              <a:t>8. Apply a discount to a booking for a specific passenger. If any error occurs, roll back.</a:t>
            </a:r>
            <a:endParaRPr lang="en-US" dirty="0"/>
          </a:p>
        </p:txBody>
      </p:sp>
      <p:pic>
        <p:nvPicPr>
          <p:cNvPr id="4" name="Picture 3" descr="A screenshot of a computer&#10;&#10;AI-generated content may be incorrect.">
            <a:extLst>
              <a:ext uri="{FF2B5EF4-FFF2-40B4-BE49-F238E27FC236}">
                <a16:creationId xmlns:a16="http://schemas.microsoft.com/office/drawing/2014/main" id="{D6610B26-C14D-5A94-A382-A40C19923D13}"/>
              </a:ext>
            </a:extLst>
          </p:cNvPr>
          <p:cNvPicPr>
            <a:picLocks noChangeAspect="1"/>
          </p:cNvPicPr>
          <p:nvPr/>
        </p:nvPicPr>
        <p:blipFill>
          <a:blip r:embed="rId2"/>
          <a:stretch>
            <a:fillRect/>
          </a:stretch>
        </p:blipFill>
        <p:spPr>
          <a:xfrm>
            <a:off x="835937" y="256515"/>
            <a:ext cx="10527672" cy="6601486"/>
          </a:xfrm>
          <a:prstGeom prst="rect">
            <a:avLst/>
          </a:prstGeom>
        </p:spPr>
      </p:pic>
    </p:spTree>
    <p:extLst>
      <p:ext uri="{BB962C8B-B14F-4D97-AF65-F5344CB8AC3E}">
        <p14:creationId xmlns:p14="http://schemas.microsoft.com/office/powerpoint/2010/main" val="2218610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Yeskenov Aldiyar</vt:lpstr>
      <vt:lpstr>1. A passenger cancels their booking. You need to remove the booking for the flight. Ensure the ‘booking’ table no longer contains the booking. Simulate an error to test rollback (for example, invalid booking_id).</vt:lpstr>
      <vt:lpstr>1. A passenger cancels their booking. You need to remove the booking for the flight. Ensure the ‘booking’ table no longer contains the booking. Simulate an error to test rollback (for example, invalid booking_id). CONT.</vt:lpstr>
      <vt:lpstr>2.1 Rescheduling a flight. You need to reschedule a flight. Verify the ‘flights’ table reflects the new departure time. Simulate an error to test rollback (for example, invalid flight_id).</vt:lpstr>
      <vt:lpstr>2.2 Rescheduling a flight. You need to reschedule a flight. Verify the ‘flights’ table reflects the new departure time. Simulate an error to test rollback (for example, invalid flight_id).</vt:lpstr>
      <vt:lpstr>2.3 Rescheduling a flight. You need to reschedule a flight. Verify the ‘flights’ table reflects the new departure time. Simulate an error to test rollback (for example, invalid flight_id).</vt:lpstr>
      <vt:lpstr>3. Updating ticket prices. You need to decrease the ticket price for a specific flight for all existing bookings. If an error occurs, no changes should be applied.</vt:lpstr>
      <vt:lpstr>4. A passenger updates their details. Ensure the update is reflected across all associated records, including bookings.</vt:lpstr>
      <vt:lpstr>5. A new passenger is registered, and a booking is created. Ensure the new passenger is added and the booking succeeds.</vt:lpstr>
      <vt:lpstr>6. Increase the ticket price for all bookings on a specific flight by a fixed amount.</vt:lpstr>
      <vt:lpstr>7. Update a baggage weight. A passenger updates the declared weight of their baggage. Ensure that the change is correctly reflected in the database.</vt:lpstr>
      <vt:lpstr>8. Apply a discount to a booking for a specific passenger. If any error occurs, roll back.</vt:lpstr>
      <vt:lpstr>8. Apply a discount to a booking for a specific passenger. If any error occurs, roll 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36</cp:revision>
  <dcterms:created xsi:type="dcterms:W3CDTF">2025-11-26T07:09:54Z</dcterms:created>
  <dcterms:modified xsi:type="dcterms:W3CDTF">2025-11-26T08:34:28Z</dcterms:modified>
</cp:coreProperties>
</file>